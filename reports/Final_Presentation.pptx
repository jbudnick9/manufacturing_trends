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handoutMasterIdLst>
    <p:handoutMasterId r:id="rId22"/>
  </p:handoutMasterIdLst>
  <p:sldIdLst>
    <p:sldId id="257" r:id="rId5"/>
    <p:sldId id="268" r:id="rId6"/>
    <p:sldId id="274" r:id="rId7"/>
    <p:sldId id="272" r:id="rId8"/>
    <p:sldId id="273" r:id="rId9"/>
    <p:sldId id="259" r:id="rId10"/>
    <p:sldId id="267" r:id="rId11"/>
    <p:sldId id="282" r:id="rId12"/>
    <p:sldId id="275" r:id="rId13"/>
    <p:sldId id="279" r:id="rId14"/>
    <p:sldId id="278" r:id="rId15"/>
    <p:sldId id="277" r:id="rId16"/>
    <p:sldId id="276" r:id="rId17"/>
    <p:sldId id="280" r:id="rId18"/>
    <p:sldId id="283" r:id="rId19"/>
    <p:sldId id="281" r:id="rId20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00A394-4278-4DDD-9A01-9E16ABD62F20}" v="11" dt="2026-05-03T14:25:15.8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9" autoAdjust="0"/>
    <p:restoredTop sz="94660"/>
  </p:normalViewPr>
  <p:slideViewPr>
    <p:cSldViewPr>
      <p:cViewPr varScale="1">
        <p:scale>
          <a:sx n="75" d="100"/>
          <a:sy n="75" d="100"/>
        </p:scale>
        <p:origin x="66" y="114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udnick" userId="9f1489f4-3376-4291-918e-d3d8b3c0233b" providerId="ADAL" clId="{4CBD7DF2-AF22-4A9A-9F6D-9C2E9475241C}"/>
    <pc:docChg chg="custSel addSld delSld modSld sldOrd">
      <pc:chgData name="Jonathan Budnick" userId="9f1489f4-3376-4291-918e-d3d8b3c0233b" providerId="ADAL" clId="{4CBD7DF2-AF22-4A9A-9F6D-9C2E9475241C}" dt="2026-05-03T16:01:54.692" v="2760" actId="20577"/>
      <pc:docMkLst>
        <pc:docMk/>
      </pc:docMkLst>
      <pc:sldChg chg="modSp mod">
        <pc:chgData name="Jonathan Budnick" userId="9f1489f4-3376-4291-918e-d3d8b3c0233b" providerId="ADAL" clId="{4CBD7DF2-AF22-4A9A-9F6D-9C2E9475241C}" dt="2026-05-03T14:24:08.774" v="20" actId="20577"/>
        <pc:sldMkLst>
          <pc:docMk/>
          <pc:sldMk cId="1332291891" sldId="257"/>
        </pc:sldMkLst>
        <pc:spChg chg="mod">
          <ac:chgData name="Jonathan Budnick" userId="9f1489f4-3376-4291-918e-d3d8b3c0233b" providerId="ADAL" clId="{4CBD7DF2-AF22-4A9A-9F6D-9C2E9475241C}" dt="2026-05-03T14:23:50.304" v="2"/>
          <ac:spMkLst>
            <pc:docMk/>
            <pc:sldMk cId="1332291891" sldId="257"/>
            <ac:spMk id="2" creationId="{00000000-0000-0000-0000-000000000000}"/>
          </ac:spMkLst>
        </pc:spChg>
        <pc:spChg chg="mod">
          <ac:chgData name="Jonathan Budnick" userId="9f1489f4-3376-4291-918e-d3d8b3c0233b" providerId="ADAL" clId="{4CBD7DF2-AF22-4A9A-9F6D-9C2E9475241C}" dt="2026-05-03T14:24:08.774" v="20" actId="20577"/>
          <ac:spMkLst>
            <pc:docMk/>
            <pc:sldMk cId="1332291891" sldId="257"/>
            <ac:spMk id="5" creationId="{00000000-0000-0000-0000-000000000000}"/>
          </ac:spMkLst>
        </pc:spChg>
      </pc:sldChg>
      <pc:sldChg chg="modSp mod ord">
        <pc:chgData name="Jonathan Budnick" userId="9f1489f4-3376-4291-918e-d3d8b3c0233b" providerId="ADAL" clId="{4CBD7DF2-AF22-4A9A-9F6D-9C2E9475241C}" dt="2026-05-03T14:57:02.851" v="1387" actId="20577"/>
        <pc:sldMkLst>
          <pc:docMk/>
          <pc:sldMk cId="4264977537" sldId="259"/>
        </pc:sldMkLst>
        <pc:spChg chg="mod">
          <ac:chgData name="Jonathan Budnick" userId="9f1489f4-3376-4291-918e-d3d8b3c0233b" providerId="ADAL" clId="{4CBD7DF2-AF22-4A9A-9F6D-9C2E9475241C}" dt="2026-05-03T14:30:37.898" v="89" actId="20577"/>
          <ac:spMkLst>
            <pc:docMk/>
            <pc:sldMk cId="4264977537" sldId="259"/>
            <ac:spMk id="4" creationId="{00000000-0000-0000-0000-000000000000}"/>
          </ac:spMkLst>
        </pc:spChg>
        <pc:spChg chg="mod">
          <ac:chgData name="Jonathan Budnick" userId="9f1489f4-3376-4291-918e-d3d8b3c0233b" providerId="ADAL" clId="{4CBD7DF2-AF22-4A9A-9F6D-9C2E9475241C}" dt="2026-05-03T14:57:02.851" v="1387" actId="20577"/>
          <ac:spMkLst>
            <pc:docMk/>
            <pc:sldMk cId="4264977537" sldId="259"/>
            <ac:spMk id="5" creationId="{00000000-0000-0000-0000-000000000000}"/>
          </ac:spMkLst>
        </pc:spChg>
      </pc:sldChg>
      <pc:sldChg chg="del">
        <pc:chgData name="Jonathan Budnick" userId="9f1489f4-3376-4291-918e-d3d8b3c0233b" providerId="ADAL" clId="{4CBD7DF2-AF22-4A9A-9F6D-9C2E9475241C}" dt="2026-05-03T14:43:55.467" v="938" actId="2696"/>
        <pc:sldMkLst>
          <pc:docMk/>
          <pc:sldMk cId="2672039197" sldId="261"/>
        </pc:sldMkLst>
      </pc:sldChg>
      <pc:sldChg chg="del">
        <pc:chgData name="Jonathan Budnick" userId="9f1489f4-3376-4291-918e-d3d8b3c0233b" providerId="ADAL" clId="{4CBD7DF2-AF22-4A9A-9F6D-9C2E9475241C}" dt="2026-05-03T14:43:55.467" v="938" actId="2696"/>
        <pc:sldMkLst>
          <pc:docMk/>
          <pc:sldMk cId="397710800" sldId="262"/>
        </pc:sldMkLst>
      </pc:sldChg>
      <pc:sldChg chg="del">
        <pc:chgData name="Jonathan Budnick" userId="9f1489f4-3376-4291-918e-d3d8b3c0233b" providerId="ADAL" clId="{4CBD7DF2-AF22-4A9A-9F6D-9C2E9475241C}" dt="2026-05-03T14:43:55.467" v="938" actId="2696"/>
        <pc:sldMkLst>
          <pc:docMk/>
          <pc:sldMk cId="1405850135" sldId="263"/>
        </pc:sldMkLst>
      </pc:sldChg>
      <pc:sldChg chg="del">
        <pc:chgData name="Jonathan Budnick" userId="9f1489f4-3376-4291-918e-d3d8b3c0233b" providerId="ADAL" clId="{4CBD7DF2-AF22-4A9A-9F6D-9C2E9475241C}" dt="2026-05-03T14:43:55.467" v="938" actId="2696"/>
        <pc:sldMkLst>
          <pc:docMk/>
          <pc:sldMk cId="3480339974" sldId="265"/>
        </pc:sldMkLst>
      </pc:sldChg>
      <pc:sldChg chg="addSp delSp modSp mod">
        <pc:chgData name="Jonathan Budnick" userId="9f1489f4-3376-4291-918e-d3d8b3c0233b" providerId="ADAL" clId="{4CBD7DF2-AF22-4A9A-9F6D-9C2E9475241C}" dt="2026-05-03T14:56:43.865" v="1340" actId="20577"/>
        <pc:sldMkLst>
          <pc:docMk/>
          <pc:sldMk cId="1484811712" sldId="267"/>
        </pc:sldMkLst>
        <pc:spChg chg="add del mod">
          <ac:chgData name="Jonathan Budnick" userId="9f1489f4-3376-4291-918e-d3d8b3c0233b" providerId="ADAL" clId="{4CBD7DF2-AF22-4A9A-9F6D-9C2E9475241C}" dt="2026-05-03T14:41:00.376" v="873" actId="22"/>
          <ac:spMkLst>
            <pc:docMk/>
            <pc:sldMk cId="1484811712" sldId="267"/>
            <ac:spMk id="3" creationId="{38470B71-00BA-8649-3CA2-269830F6274D}"/>
          </ac:spMkLst>
        </pc:spChg>
        <pc:spChg chg="mod">
          <ac:chgData name="Jonathan Budnick" userId="9f1489f4-3376-4291-918e-d3d8b3c0233b" providerId="ADAL" clId="{4CBD7DF2-AF22-4A9A-9F6D-9C2E9475241C}" dt="2026-05-03T14:56:43.865" v="1340" actId="20577"/>
          <ac:spMkLst>
            <pc:docMk/>
            <pc:sldMk cId="1484811712" sldId="267"/>
            <ac:spMk id="7" creationId="{00000000-0000-0000-0000-000000000000}"/>
          </ac:spMkLst>
        </pc:spChg>
        <pc:graphicFrameChg chg="del">
          <ac:chgData name="Jonathan Budnick" userId="9f1489f4-3376-4291-918e-d3d8b3c0233b" providerId="ADAL" clId="{4CBD7DF2-AF22-4A9A-9F6D-9C2E9475241C}" dt="2026-05-03T14:25:26.769" v="26" actId="478"/>
          <ac:graphicFrameMkLst>
            <pc:docMk/>
            <pc:sldMk cId="1484811712" sldId="267"/>
            <ac:graphicFrameMk id="9" creationId="{00000000-0000-0000-0000-000000000000}"/>
          </ac:graphicFrameMkLst>
        </pc:graphicFrameChg>
        <pc:picChg chg="add mod ord">
          <ac:chgData name="Jonathan Budnick" userId="9f1489f4-3376-4291-918e-d3d8b3c0233b" providerId="ADAL" clId="{4CBD7DF2-AF22-4A9A-9F6D-9C2E9475241C}" dt="2026-05-03T14:41:31.333" v="882" actId="1076"/>
          <ac:picMkLst>
            <pc:docMk/>
            <pc:sldMk cId="1484811712" sldId="267"/>
            <ac:picMk id="5" creationId="{226F304B-46D5-DEF9-1260-F1957F93EF98}"/>
          </ac:picMkLst>
        </pc:picChg>
      </pc:sldChg>
      <pc:sldChg chg="modSp mod">
        <pc:chgData name="Jonathan Budnick" userId="9f1489f4-3376-4291-918e-d3d8b3c0233b" providerId="ADAL" clId="{4CBD7DF2-AF22-4A9A-9F6D-9C2E9475241C}" dt="2026-05-03T14:35:36.770" v="526" actId="20577"/>
        <pc:sldMkLst>
          <pc:docMk/>
          <pc:sldMk cId="3529114326" sldId="268"/>
        </pc:sldMkLst>
        <pc:spChg chg="mod">
          <ac:chgData name="Jonathan Budnick" userId="9f1489f4-3376-4291-918e-d3d8b3c0233b" providerId="ADAL" clId="{4CBD7DF2-AF22-4A9A-9F6D-9C2E9475241C}" dt="2026-05-03T14:24:31.280" v="21"/>
          <ac:spMkLst>
            <pc:docMk/>
            <pc:sldMk cId="3529114326" sldId="268"/>
            <ac:spMk id="13" creationId="{00000000-0000-0000-0000-000000000000}"/>
          </ac:spMkLst>
        </pc:spChg>
        <pc:spChg chg="mod">
          <ac:chgData name="Jonathan Budnick" userId="9f1489f4-3376-4291-918e-d3d8b3c0233b" providerId="ADAL" clId="{4CBD7DF2-AF22-4A9A-9F6D-9C2E9475241C}" dt="2026-05-03T14:35:36.770" v="526" actId="20577"/>
          <ac:spMkLst>
            <pc:docMk/>
            <pc:sldMk cId="3529114326" sldId="268"/>
            <ac:spMk id="14" creationId="{00000000-0000-0000-0000-000000000000}"/>
          </ac:spMkLst>
        </pc:spChg>
      </pc:sldChg>
      <pc:sldChg chg="del">
        <pc:chgData name="Jonathan Budnick" userId="9f1489f4-3376-4291-918e-d3d8b3c0233b" providerId="ADAL" clId="{4CBD7DF2-AF22-4A9A-9F6D-9C2E9475241C}" dt="2026-05-03T14:43:55.467" v="938" actId="2696"/>
        <pc:sldMkLst>
          <pc:docMk/>
          <pc:sldMk cId="2341911148" sldId="269"/>
        </pc:sldMkLst>
      </pc:sldChg>
      <pc:sldChg chg="del">
        <pc:chgData name="Jonathan Budnick" userId="9f1489f4-3376-4291-918e-d3d8b3c0233b" providerId="ADAL" clId="{4CBD7DF2-AF22-4A9A-9F6D-9C2E9475241C}" dt="2026-05-03T14:43:55.467" v="938" actId="2696"/>
        <pc:sldMkLst>
          <pc:docMk/>
          <pc:sldMk cId="4123189245" sldId="270"/>
        </pc:sldMkLst>
      </pc:sldChg>
      <pc:sldChg chg="del">
        <pc:chgData name="Jonathan Budnick" userId="9f1489f4-3376-4291-918e-d3d8b3c0233b" providerId="ADAL" clId="{4CBD7DF2-AF22-4A9A-9F6D-9C2E9475241C}" dt="2026-05-03T14:43:55.467" v="938" actId="2696"/>
        <pc:sldMkLst>
          <pc:docMk/>
          <pc:sldMk cId="2319046984" sldId="271"/>
        </pc:sldMkLst>
      </pc:sldChg>
      <pc:sldChg chg="modSp add mod">
        <pc:chgData name="Jonathan Budnick" userId="9f1489f4-3376-4291-918e-d3d8b3c0233b" providerId="ADAL" clId="{4CBD7DF2-AF22-4A9A-9F6D-9C2E9475241C}" dt="2026-05-03T14:32:03.014" v="235" actId="20577"/>
        <pc:sldMkLst>
          <pc:docMk/>
          <pc:sldMk cId="1993299045" sldId="272"/>
        </pc:sldMkLst>
        <pc:spChg chg="mod">
          <ac:chgData name="Jonathan Budnick" userId="9f1489f4-3376-4291-918e-d3d8b3c0233b" providerId="ADAL" clId="{4CBD7DF2-AF22-4A9A-9F6D-9C2E9475241C}" dt="2026-05-03T14:31:00.056" v="101" actId="20577"/>
          <ac:spMkLst>
            <pc:docMk/>
            <pc:sldMk cId="1993299045" sldId="272"/>
            <ac:spMk id="13" creationId="{2454101D-6AC1-1175-3974-54AA7D0D3FEF}"/>
          </ac:spMkLst>
        </pc:spChg>
        <pc:spChg chg="mod">
          <ac:chgData name="Jonathan Budnick" userId="9f1489f4-3376-4291-918e-d3d8b3c0233b" providerId="ADAL" clId="{4CBD7DF2-AF22-4A9A-9F6D-9C2E9475241C}" dt="2026-05-03T14:32:03.014" v="235" actId="20577"/>
          <ac:spMkLst>
            <pc:docMk/>
            <pc:sldMk cId="1993299045" sldId="272"/>
            <ac:spMk id="14" creationId="{A830FB41-35DD-4273-C909-C9281C7F5EFB}"/>
          </ac:spMkLst>
        </pc:spChg>
      </pc:sldChg>
      <pc:sldChg chg="modSp add mod">
        <pc:chgData name="Jonathan Budnick" userId="9f1489f4-3376-4291-918e-d3d8b3c0233b" providerId="ADAL" clId="{4CBD7DF2-AF22-4A9A-9F6D-9C2E9475241C}" dt="2026-05-03T14:37:31.911" v="872" actId="20577"/>
        <pc:sldMkLst>
          <pc:docMk/>
          <pc:sldMk cId="3739911348" sldId="273"/>
        </pc:sldMkLst>
        <pc:spChg chg="mod">
          <ac:chgData name="Jonathan Budnick" userId="9f1489f4-3376-4291-918e-d3d8b3c0233b" providerId="ADAL" clId="{4CBD7DF2-AF22-4A9A-9F6D-9C2E9475241C}" dt="2026-05-03T14:36:02.197" v="538" actId="20577"/>
          <ac:spMkLst>
            <pc:docMk/>
            <pc:sldMk cId="3739911348" sldId="273"/>
            <ac:spMk id="13" creationId="{30CBDB2F-1D80-5E6D-4EBC-74974C10FF82}"/>
          </ac:spMkLst>
        </pc:spChg>
        <pc:spChg chg="mod">
          <ac:chgData name="Jonathan Budnick" userId="9f1489f4-3376-4291-918e-d3d8b3c0233b" providerId="ADAL" clId="{4CBD7DF2-AF22-4A9A-9F6D-9C2E9475241C}" dt="2026-05-03T14:37:31.911" v="872" actId="20577"/>
          <ac:spMkLst>
            <pc:docMk/>
            <pc:sldMk cId="3739911348" sldId="273"/>
            <ac:spMk id="14" creationId="{9B50C765-BEE0-581D-FBE4-4DD48DFF1E61}"/>
          </ac:spMkLst>
        </pc:spChg>
      </pc:sldChg>
      <pc:sldChg chg="modSp add mod">
        <pc:chgData name="Jonathan Budnick" userId="9f1489f4-3376-4291-918e-d3d8b3c0233b" providerId="ADAL" clId="{4CBD7DF2-AF22-4A9A-9F6D-9C2E9475241C}" dt="2026-05-03T14:35:03.248" v="498" actId="20577"/>
        <pc:sldMkLst>
          <pc:docMk/>
          <pc:sldMk cId="3278995838" sldId="274"/>
        </pc:sldMkLst>
        <pc:spChg chg="mod">
          <ac:chgData name="Jonathan Budnick" userId="9f1489f4-3376-4291-918e-d3d8b3c0233b" providerId="ADAL" clId="{4CBD7DF2-AF22-4A9A-9F6D-9C2E9475241C}" dt="2026-05-03T14:32:22.410" v="247" actId="20577"/>
          <ac:spMkLst>
            <pc:docMk/>
            <pc:sldMk cId="3278995838" sldId="274"/>
            <ac:spMk id="13" creationId="{1BDAB60D-51FE-8FF8-8530-5E296898D9A3}"/>
          </ac:spMkLst>
        </pc:spChg>
        <pc:spChg chg="mod">
          <ac:chgData name="Jonathan Budnick" userId="9f1489f4-3376-4291-918e-d3d8b3c0233b" providerId="ADAL" clId="{4CBD7DF2-AF22-4A9A-9F6D-9C2E9475241C}" dt="2026-05-03T14:35:03.248" v="498" actId="20577"/>
          <ac:spMkLst>
            <pc:docMk/>
            <pc:sldMk cId="3278995838" sldId="274"/>
            <ac:spMk id="14" creationId="{F6573253-F671-4BA4-99C8-0C4B7CA680EB}"/>
          </ac:spMkLst>
        </pc:spChg>
      </pc:sldChg>
      <pc:sldChg chg="modSp add mod">
        <pc:chgData name="Jonathan Budnick" userId="9f1489f4-3376-4291-918e-d3d8b3c0233b" providerId="ADAL" clId="{4CBD7DF2-AF22-4A9A-9F6D-9C2E9475241C}" dt="2026-05-03T14:48:13.815" v="1018" actId="20577"/>
        <pc:sldMkLst>
          <pc:docMk/>
          <pc:sldMk cId="1180956456" sldId="275"/>
        </pc:sldMkLst>
        <pc:spChg chg="mod">
          <ac:chgData name="Jonathan Budnick" userId="9f1489f4-3376-4291-918e-d3d8b3c0233b" providerId="ADAL" clId="{4CBD7DF2-AF22-4A9A-9F6D-9C2E9475241C}" dt="2026-05-03T14:48:13.815" v="1018" actId="20577"/>
          <ac:spMkLst>
            <pc:docMk/>
            <pc:sldMk cId="1180956456" sldId="275"/>
            <ac:spMk id="7" creationId="{9BA2E0B3-0887-4660-A8E5-527150FE8425}"/>
          </ac:spMkLst>
        </pc:spChg>
        <pc:picChg chg="mod">
          <ac:chgData name="Jonathan Budnick" userId="9f1489f4-3376-4291-918e-d3d8b3c0233b" providerId="ADAL" clId="{4CBD7DF2-AF22-4A9A-9F6D-9C2E9475241C}" dt="2026-05-03T14:43:27.380" v="937" actId="14100"/>
          <ac:picMkLst>
            <pc:docMk/>
            <pc:sldMk cId="1180956456" sldId="275"/>
            <ac:picMk id="5" creationId="{57FF562D-612B-E0F8-D9B2-C8A5E1B2DFA1}"/>
          </ac:picMkLst>
        </pc:picChg>
      </pc:sldChg>
      <pc:sldChg chg="modSp add mod">
        <pc:chgData name="Jonathan Budnick" userId="9f1489f4-3376-4291-918e-d3d8b3c0233b" providerId="ADAL" clId="{4CBD7DF2-AF22-4A9A-9F6D-9C2E9475241C}" dt="2026-05-03T14:58:41.870" v="1505" actId="20577"/>
        <pc:sldMkLst>
          <pc:docMk/>
          <pc:sldMk cId="3388330997" sldId="276"/>
        </pc:sldMkLst>
        <pc:spChg chg="mod">
          <ac:chgData name="Jonathan Budnick" userId="9f1489f4-3376-4291-918e-d3d8b3c0233b" providerId="ADAL" clId="{4CBD7DF2-AF22-4A9A-9F6D-9C2E9475241C}" dt="2026-05-03T14:58:41.870" v="1505" actId="20577"/>
          <ac:spMkLst>
            <pc:docMk/>
            <pc:sldMk cId="3388330997" sldId="276"/>
            <ac:spMk id="7" creationId="{10F61EBF-3799-9D89-BE83-7C8645CF33BD}"/>
          </ac:spMkLst>
        </pc:spChg>
        <pc:picChg chg="mod">
          <ac:chgData name="Jonathan Budnick" userId="9f1489f4-3376-4291-918e-d3d8b3c0233b" providerId="ADAL" clId="{4CBD7DF2-AF22-4A9A-9F6D-9C2E9475241C}" dt="2026-05-03T14:49:43.024" v="1075" actId="14826"/>
          <ac:picMkLst>
            <pc:docMk/>
            <pc:sldMk cId="3388330997" sldId="276"/>
            <ac:picMk id="5" creationId="{A5B9C23B-DB33-3BE4-A66D-B1D4966B19CB}"/>
          </ac:picMkLst>
        </pc:picChg>
      </pc:sldChg>
      <pc:sldChg chg="modSp add mod">
        <pc:chgData name="Jonathan Budnick" userId="9f1489f4-3376-4291-918e-d3d8b3c0233b" providerId="ADAL" clId="{4CBD7DF2-AF22-4A9A-9F6D-9C2E9475241C}" dt="2026-05-03T14:51:35.776" v="1181" actId="20577"/>
        <pc:sldMkLst>
          <pc:docMk/>
          <pc:sldMk cId="1478156346" sldId="277"/>
        </pc:sldMkLst>
        <pc:spChg chg="mod">
          <ac:chgData name="Jonathan Budnick" userId="9f1489f4-3376-4291-918e-d3d8b3c0233b" providerId="ADAL" clId="{4CBD7DF2-AF22-4A9A-9F6D-9C2E9475241C}" dt="2026-05-03T14:51:35.776" v="1181" actId="20577"/>
          <ac:spMkLst>
            <pc:docMk/>
            <pc:sldMk cId="1478156346" sldId="277"/>
            <ac:spMk id="7" creationId="{26087269-242D-AFC2-7C7F-E3FC522BEC3E}"/>
          </ac:spMkLst>
        </pc:spChg>
        <pc:picChg chg="mod">
          <ac:chgData name="Jonathan Budnick" userId="9f1489f4-3376-4291-918e-d3d8b3c0233b" providerId="ADAL" clId="{4CBD7DF2-AF22-4A9A-9F6D-9C2E9475241C}" dt="2026-05-03T14:51:07.950" v="1108" actId="14826"/>
          <ac:picMkLst>
            <pc:docMk/>
            <pc:sldMk cId="1478156346" sldId="277"/>
            <ac:picMk id="5" creationId="{C68E1EF3-0081-2230-1CDE-83EAFD6466E0}"/>
          </ac:picMkLst>
        </pc:picChg>
      </pc:sldChg>
      <pc:sldChg chg="modSp add mod">
        <pc:chgData name="Jonathan Budnick" userId="9f1489f4-3376-4291-918e-d3d8b3c0233b" providerId="ADAL" clId="{4CBD7DF2-AF22-4A9A-9F6D-9C2E9475241C}" dt="2026-05-03T14:58:10.490" v="1464" actId="20577"/>
        <pc:sldMkLst>
          <pc:docMk/>
          <pc:sldMk cId="430085198" sldId="278"/>
        </pc:sldMkLst>
        <pc:spChg chg="mod">
          <ac:chgData name="Jonathan Budnick" userId="9f1489f4-3376-4291-918e-d3d8b3c0233b" providerId="ADAL" clId="{4CBD7DF2-AF22-4A9A-9F6D-9C2E9475241C}" dt="2026-05-03T14:58:10.490" v="1464" actId="20577"/>
          <ac:spMkLst>
            <pc:docMk/>
            <pc:sldMk cId="430085198" sldId="278"/>
            <ac:spMk id="7" creationId="{EF93DDE2-914E-5B39-274D-5DCA6F63BEC3}"/>
          </ac:spMkLst>
        </pc:spChg>
        <pc:picChg chg="mod">
          <ac:chgData name="Jonathan Budnick" userId="9f1489f4-3376-4291-918e-d3d8b3c0233b" providerId="ADAL" clId="{4CBD7DF2-AF22-4A9A-9F6D-9C2E9475241C}" dt="2026-05-03T14:52:58.118" v="1188" actId="14100"/>
          <ac:picMkLst>
            <pc:docMk/>
            <pc:sldMk cId="430085198" sldId="278"/>
            <ac:picMk id="5" creationId="{E2ED490D-5911-6597-A1F7-9CC7EF2AA09B}"/>
          </ac:picMkLst>
        </pc:picChg>
      </pc:sldChg>
      <pc:sldChg chg="modSp add mod">
        <pc:chgData name="Jonathan Budnick" userId="9f1489f4-3376-4291-918e-d3d8b3c0233b" providerId="ADAL" clId="{4CBD7DF2-AF22-4A9A-9F6D-9C2E9475241C}" dt="2026-05-03T14:57:26.082" v="1403" actId="20577"/>
        <pc:sldMkLst>
          <pc:docMk/>
          <pc:sldMk cId="1216289117" sldId="279"/>
        </pc:sldMkLst>
        <pc:spChg chg="mod">
          <ac:chgData name="Jonathan Budnick" userId="9f1489f4-3376-4291-918e-d3d8b3c0233b" providerId="ADAL" clId="{4CBD7DF2-AF22-4A9A-9F6D-9C2E9475241C}" dt="2026-05-03T14:57:26.082" v="1403" actId="20577"/>
          <ac:spMkLst>
            <pc:docMk/>
            <pc:sldMk cId="1216289117" sldId="279"/>
            <ac:spMk id="7" creationId="{1AD7B5C6-F285-416A-A92C-890E495DBA40}"/>
          </ac:spMkLst>
        </pc:spChg>
        <pc:picChg chg="mod">
          <ac:chgData name="Jonathan Budnick" userId="9f1489f4-3376-4291-918e-d3d8b3c0233b" providerId="ADAL" clId="{4CBD7DF2-AF22-4A9A-9F6D-9C2E9475241C}" dt="2026-05-03T14:55:49.433" v="1256" actId="14826"/>
          <ac:picMkLst>
            <pc:docMk/>
            <pc:sldMk cId="1216289117" sldId="279"/>
            <ac:picMk id="5" creationId="{338E1F7F-78AA-6593-99FC-3F20EBACD27B}"/>
          </ac:picMkLst>
        </pc:picChg>
      </pc:sldChg>
      <pc:sldChg chg="modSp add mod">
        <pc:chgData name="Jonathan Budnick" userId="9f1489f4-3376-4291-918e-d3d8b3c0233b" providerId="ADAL" clId="{4CBD7DF2-AF22-4A9A-9F6D-9C2E9475241C}" dt="2026-05-03T15:01:25.005" v="1659" actId="20577"/>
        <pc:sldMkLst>
          <pc:docMk/>
          <pc:sldMk cId="2328843560" sldId="280"/>
        </pc:sldMkLst>
        <pc:spChg chg="mod">
          <ac:chgData name="Jonathan Budnick" userId="9f1489f4-3376-4291-918e-d3d8b3c0233b" providerId="ADAL" clId="{4CBD7DF2-AF22-4A9A-9F6D-9C2E9475241C}" dt="2026-05-03T15:01:25.005" v="1659" actId="20577"/>
          <ac:spMkLst>
            <pc:docMk/>
            <pc:sldMk cId="2328843560" sldId="280"/>
            <ac:spMk id="7" creationId="{9F0FF28B-3575-DC6A-2E2A-DF579293133D}"/>
          </ac:spMkLst>
        </pc:spChg>
        <pc:picChg chg="mod">
          <ac:chgData name="Jonathan Budnick" userId="9f1489f4-3376-4291-918e-d3d8b3c0233b" providerId="ADAL" clId="{4CBD7DF2-AF22-4A9A-9F6D-9C2E9475241C}" dt="2026-05-03T15:00:31.507" v="1508" actId="14826"/>
          <ac:picMkLst>
            <pc:docMk/>
            <pc:sldMk cId="2328843560" sldId="280"/>
            <ac:picMk id="5" creationId="{959ED3B1-652A-B007-BDF2-D236400E44FB}"/>
          </ac:picMkLst>
        </pc:picChg>
      </pc:sldChg>
      <pc:sldChg chg="modSp new mod">
        <pc:chgData name="Jonathan Budnick" userId="9f1489f4-3376-4291-918e-d3d8b3c0233b" providerId="ADAL" clId="{4CBD7DF2-AF22-4A9A-9F6D-9C2E9475241C}" dt="2026-05-03T15:15:21.509" v="2679" actId="20577"/>
        <pc:sldMkLst>
          <pc:docMk/>
          <pc:sldMk cId="736076676" sldId="281"/>
        </pc:sldMkLst>
        <pc:spChg chg="mod">
          <ac:chgData name="Jonathan Budnick" userId="9f1489f4-3376-4291-918e-d3d8b3c0233b" providerId="ADAL" clId="{4CBD7DF2-AF22-4A9A-9F6D-9C2E9475241C}" dt="2026-05-03T15:02:12.049" v="1687" actId="20577"/>
          <ac:spMkLst>
            <pc:docMk/>
            <pc:sldMk cId="736076676" sldId="281"/>
            <ac:spMk id="2" creationId="{970340A7-1825-8905-E1BE-3CC6A49328BE}"/>
          </ac:spMkLst>
        </pc:spChg>
        <pc:spChg chg="mod">
          <ac:chgData name="Jonathan Budnick" userId="9f1489f4-3376-4291-918e-d3d8b3c0233b" providerId="ADAL" clId="{4CBD7DF2-AF22-4A9A-9F6D-9C2E9475241C}" dt="2026-05-03T15:15:21.509" v="2679" actId="20577"/>
          <ac:spMkLst>
            <pc:docMk/>
            <pc:sldMk cId="736076676" sldId="281"/>
            <ac:spMk id="3" creationId="{258BA6D0-6B08-7AF9-70F0-C828613706EF}"/>
          </ac:spMkLst>
        </pc:spChg>
      </pc:sldChg>
      <pc:sldChg chg="modSp add mod">
        <pc:chgData name="Jonathan Budnick" userId="9f1489f4-3376-4291-918e-d3d8b3c0233b" providerId="ADAL" clId="{4CBD7DF2-AF22-4A9A-9F6D-9C2E9475241C}" dt="2026-05-03T15:03:37.062" v="1722" actId="20577"/>
        <pc:sldMkLst>
          <pc:docMk/>
          <pc:sldMk cId="2344174875" sldId="282"/>
        </pc:sldMkLst>
        <pc:spChg chg="mod">
          <ac:chgData name="Jonathan Budnick" userId="9f1489f4-3376-4291-918e-d3d8b3c0233b" providerId="ADAL" clId="{4CBD7DF2-AF22-4A9A-9F6D-9C2E9475241C}" dt="2026-05-03T15:03:37.062" v="1722" actId="20577"/>
          <ac:spMkLst>
            <pc:docMk/>
            <pc:sldMk cId="2344174875" sldId="282"/>
            <ac:spMk id="7" creationId="{FD903435-ACEB-C999-2474-31D292E2D2F5}"/>
          </ac:spMkLst>
        </pc:spChg>
        <pc:picChg chg="mod">
          <ac:chgData name="Jonathan Budnick" userId="9f1489f4-3376-4291-918e-d3d8b3c0233b" providerId="ADAL" clId="{4CBD7DF2-AF22-4A9A-9F6D-9C2E9475241C}" dt="2026-05-03T15:03:05.921" v="1690" actId="14826"/>
          <ac:picMkLst>
            <pc:docMk/>
            <pc:sldMk cId="2344174875" sldId="282"/>
            <ac:picMk id="5" creationId="{1AB7BF03-80E2-4BF5-4CD1-EB9B7B2D3B03}"/>
          </ac:picMkLst>
        </pc:picChg>
      </pc:sldChg>
      <pc:sldChg chg="modSp add mod">
        <pc:chgData name="Jonathan Budnick" userId="9f1489f4-3376-4291-918e-d3d8b3c0233b" providerId="ADAL" clId="{4CBD7DF2-AF22-4A9A-9F6D-9C2E9475241C}" dt="2026-05-03T16:01:54.692" v="2760" actId="20577"/>
        <pc:sldMkLst>
          <pc:docMk/>
          <pc:sldMk cId="3355053778" sldId="283"/>
        </pc:sldMkLst>
        <pc:spChg chg="mod">
          <ac:chgData name="Jonathan Budnick" userId="9f1489f4-3376-4291-918e-d3d8b3c0233b" providerId="ADAL" clId="{4CBD7DF2-AF22-4A9A-9F6D-9C2E9475241C}" dt="2026-05-03T16:01:54.692" v="2760" actId="20577"/>
          <ac:spMkLst>
            <pc:docMk/>
            <pc:sldMk cId="3355053778" sldId="283"/>
            <ac:spMk id="7" creationId="{AEB91AC4-13E0-79E0-1A24-DF050DE729D3}"/>
          </ac:spMkLst>
        </pc:spChg>
        <pc:picChg chg="mod">
          <ac:chgData name="Jonathan Budnick" userId="9f1489f4-3376-4291-918e-d3d8b3c0233b" providerId="ADAL" clId="{4CBD7DF2-AF22-4A9A-9F6D-9C2E9475241C}" dt="2026-05-03T16:01:32.243" v="2681" actId="14826"/>
          <ac:picMkLst>
            <pc:docMk/>
            <pc:sldMk cId="3355053778" sldId="283"/>
            <ac:picMk id="5" creationId="{506EDD42-DE50-8B1F-BEF3-2740C7709D3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5/3/2026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5/3/2026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5/3/2026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Trends in US Manufacturing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 Data Vis By Jonathan Budnick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Problem Statement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a study examining regional trends in USA manufacturing employment and potential correlations with robotics adoption.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C02AA-DA34-A6FE-48CA-9EF629605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BDAB60D-51FE-8FF8-8530-5E296898D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Motivation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6573253-F671-4BA4-99C8-0C4B7CA68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 Manufacturing Sector employs ~13 million</a:t>
            </a:r>
          </a:p>
          <a:p>
            <a:r>
              <a:rPr lang="en-US" dirty="0"/>
              <a:t>Industry Trends have far-reaching implications on communities</a:t>
            </a:r>
          </a:p>
          <a:p>
            <a:r>
              <a:rPr lang="en-US" dirty="0"/>
              <a:t>Robotics has the potential for massive change</a:t>
            </a:r>
          </a:p>
          <a:p>
            <a:r>
              <a:rPr lang="en-US" dirty="0"/>
              <a:t>Policymakers request more data in this area</a:t>
            </a:r>
          </a:p>
        </p:txBody>
      </p:sp>
    </p:spTree>
    <p:extLst>
      <p:ext uri="{BB962C8B-B14F-4D97-AF65-F5344CB8AC3E}">
        <p14:creationId xmlns:p14="http://schemas.microsoft.com/office/powerpoint/2010/main" val="3278995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F6C10-4A2A-DDEA-D611-4FE305D6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454101D-6AC1-1175-3974-54AA7D0D3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Data Sources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830FB41-35DD-4273-C909-C9281C7F5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BLS.gov</a:t>
            </a:r>
          </a:p>
          <a:p>
            <a:pPr lvl="1"/>
            <a:r>
              <a:rPr lang="en-US" dirty="0"/>
              <a:t>Employment data in manufacturing by state</a:t>
            </a:r>
          </a:p>
          <a:p>
            <a:r>
              <a:rPr lang="en-US" dirty="0"/>
              <a:t>Census.gov</a:t>
            </a:r>
          </a:p>
          <a:p>
            <a:pPr lvl="1"/>
            <a:r>
              <a:rPr lang="en-US" dirty="0"/>
              <a:t>Population Data</a:t>
            </a:r>
          </a:p>
          <a:p>
            <a:pPr lvl="1"/>
            <a:r>
              <a:rPr lang="en-US" dirty="0"/>
              <a:t>Surveys on Robotics Capital Expenditure</a:t>
            </a:r>
          </a:p>
        </p:txBody>
      </p:sp>
    </p:spTree>
    <p:extLst>
      <p:ext uri="{BB962C8B-B14F-4D97-AF65-F5344CB8AC3E}">
        <p14:creationId xmlns:p14="http://schemas.microsoft.com/office/powerpoint/2010/main" val="19932990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0F9DC-9F93-9B1F-0586-6C98C98A5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0CBDB2F-1D80-5E6D-4EBC-74974C10F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Data Processing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B50C765-BEE0-581D-FBE4-4DD48DFF1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Employment data was adjusted using population data for per capita</a:t>
            </a:r>
          </a:p>
          <a:p>
            <a:r>
              <a:rPr lang="en-US" dirty="0"/>
              <a:t>Employment data was used to calculate percent change over 1-year and 5-year increments</a:t>
            </a:r>
          </a:p>
          <a:p>
            <a:r>
              <a:rPr lang="en-US" dirty="0"/>
              <a:t>Robotics Expenditure data from 2018-2022 were combined into a dataset</a:t>
            </a:r>
          </a:p>
        </p:txBody>
      </p:sp>
    </p:spTree>
    <p:extLst>
      <p:ext uri="{BB962C8B-B14F-4D97-AF65-F5344CB8AC3E}">
        <p14:creationId xmlns:p14="http://schemas.microsoft.com/office/powerpoint/2010/main" val="3739911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Visualizations and Analysis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Manufacturing and Robotics in The United States</a:t>
            </a:r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Total Employment in Manufacturing (2025)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6F304B-46D5-DEF9-1260-F1957F93E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4367" y="1752600"/>
            <a:ext cx="8380090" cy="44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BC8BD-CEC8-FC8D-243B-7036A591D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D903435-ACEB-C999-2474-31D292E2D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Total Change In Employment (2010-2025)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B7BF03-80E2-4BF5-4CD1-EB9B7B2D3B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367" y="1752600"/>
            <a:ext cx="8380090" cy="44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174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8551C-EEBE-7020-FB13-ABB3213E6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BA2E0B3-0887-4660-A8E5-527150FE8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Employment Density Trends Eastward (2025)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FF562D-612B-E0F8-D9B2-C8A5E1B2DF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8812" y="1752600"/>
            <a:ext cx="4800600" cy="44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956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E1E72-F1D9-F428-E9ED-F782E1198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D7B5C6-F285-416A-A92C-890E495DB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However, the Decline in Employment Most Effects The East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8E1F7F-78AA-6593-99FC-3F20EBACD2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8812" y="1752600"/>
            <a:ext cx="4800600" cy="44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89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D01A3-A1D5-E4BF-B7D8-4E0439515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F93DDE2-914E-5B39-274D-5DCA6F63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Covid Time Robotics Investment Spiked During Decline in Employment &amp; Lack of Growth Since 2008 Economic Crisis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ED490D-5911-6597-A1F7-9CC7EF2AA0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51012" y="1752600"/>
            <a:ext cx="8229600" cy="44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085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B3EAF-3A09-C597-C184-053666949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6087269-242D-AFC2-7C7F-E3FC522BE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States With More Workers Invested More in Robotics (2022)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8E1EF3-0081-2230-1CDE-83EAFD6466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8812" y="1752600"/>
            <a:ext cx="4800600" cy="44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56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0C074-FF98-39AC-945A-03297063A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F61EBF-3799-9D89-BE83-7C8645CF3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Robotics Investment Might Correlate with Job Creation (But There is Too Little Data)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B9C23B-DB33-3BE4-A66D-B1D4966B19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8812" y="1752600"/>
            <a:ext cx="4800600" cy="44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330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26AC1-C4FE-E76E-B37F-C55C44BD6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F0FF28B-3575-DC6A-2E2A-DF5792931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Change After 2022 Investment For Each State Shows Weak Positive Correlation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9ED3B1-652A-B007-BDF2-D236400E44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8812" y="1752600"/>
            <a:ext cx="4800600" cy="44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843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0D1CA-6AD8-2482-3C34-2E9FEFCE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B91AC4-13E0-79E0-1A24-DF050DE72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Same Weak Correlation Is Found When CE is Adjusted Per Worker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6EDD42-DE50-8B1F-BEF3-2740C7709D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98812" y="1752600"/>
            <a:ext cx="4800600" cy="44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053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40A7-1825-8905-E1BE-3CC6A4932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BA6D0-6B08-7AF9-70F0-C82861370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Manufacturing Declined Overall From 2008 Financial Crisis, and during 2020 Covid</a:t>
            </a:r>
          </a:p>
          <a:p>
            <a:r>
              <a:rPr lang="en-US" dirty="0"/>
              <a:t>Declined most in the East (NY, MA, WV, NC, but FL grew)</a:t>
            </a:r>
          </a:p>
          <a:p>
            <a:r>
              <a:rPr lang="en-US" dirty="0"/>
              <a:t>Investment in Robotics appeared to rise in an attempt by businesses to offset this decline</a:t>
            </a:r>
          </a:p>
          <a:p>
            <a:r>
              <a:rPr lang="en-US" dirty="0"/>
              <a:t>Manufacturing Employment returned to normal after Covid but still less than before 2008</a:t>
            </a:r>
          </a:p>
          <a:p>
            <a:r>
              <a:rPr lang="en-US" dirty="0"/>
              <a:t>A weak positive correlation suggests robotics investment may support job growth in the short term, but data is limited</a:t>
            </a:r>
          </a:p>
        </p:txBody>
      </p:sp>
    </p:spTree>
    <p:extLst>
      <p:ext uri="{BB962C8B-B14F-4D97-AF65-F5344CB8AC3E}">
        <p14:creationId xmlns:p14="http://schemas.microsoft.com/office/powerpoint/2010/main" val="73607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c853569-e95e-4378-8926-ab9501a771a3}" enabled="0" method="" siteId="{6c853569-e95e-4378-8926-ab9501a771a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99</TotalTime>
  <Words>308</Words>
  <Application>Microsoft Office PowerPoint</Application>
  <PresentationFormat>Custom</PresentationFormat>
  <Paragraphs>36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Tech 16x9</vt:lpstr>
      <vt:lpstr>Trends in US Manufacturing</vt:lpstr>
      <vt:lpstr>Problem Statement</vt:lpstr>
      <vt:lpstr>Motivation</vt:lpstr>
      <vt:lpstr>Data Sources</vt:lpstr>
      <vt:lpstr>Data Processing</vt:lpstr>
      <vt:lpstr>Visualizations and Analysis</vt:lpstr>
      <vt:lpstr>Overview: Total Employment in Manufacturing (2025)</vt:lpstr>
      <vt:lpstr>Overview: Total Change In Employment (2010-2025)</vt:lpstr>
      <vt:lpstr>Employment Density Trends Eastward (2025)</vt:lpstr>
      <vt:lpstr>However, the Decline in Employment Most Effects The East</vt:lpstr>
      <vt:lpstr>Covid Time Robotics Investment Spiked During Decline in Employment &amp; Lack of Growth Since 2008 Economic Crisis</vt:lpstr>
      <vt:lpstr>States With More Workers Invested More in Robotics (2022)</vt:lpstr>
      <vt:lpstr>Robotics Investment Might Correlate with Job Creation (But There is Too Little Data)</vt:lpstr>
      <vt:lpstr>Analysis of Change After 2022 Investment For Each State Shows Weak Positive Correlation</vt:lpstr>
      <vt:lpstr>The Same Weak Correlation Is Found When CE is Adjusted Per Worker</vt:lpstr>
      <vt:lpstr>Closing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Budnick</dc:creator>
  <cp:lastModifiedBy>Jonathan Budnick</cp:lastModifiedBy>
  <cp:revision>1</cp:revision>
  <dcterms:created xsi:type="dcterms:W3CDTF">2026-05-03T14:22:47Z</dcterms:created>
  <dcterms:modified xsi:type="dcterms:W3CDTF">2026-05-03T16:01:58Z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